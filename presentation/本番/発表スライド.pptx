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4" r:id="rId7"/>
    <p:sldId id="265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62404-8148-D318-8E8A-61A80707C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644BE7-A850-080D-404A-B139F8B65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77F1E-2D9B-2EC7-A1E8-881A6926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4CBEF-14FA-DBCB-A12D-97B1AE26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F5C412-BA9B-22F4-F1E6-0FB58380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25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46C82-6E27-5427-EA05-08D1F17B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F95420-8C7E-D735-A844-2626524AF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E2C52B-45D8-8C5A-7D9D-6019C638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2015C0-97D2-F5EB-610A-6D4557EE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5C4162-A7EF-FAE5-132E-41C67382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62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96A85-9A13-9A34-3363-61493689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4BF0D3-4CA9-6A77-BACB-7D6E6630F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D0E0C9-8C23-3DC0-A263-8AFB147B8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4EC39E-7BA5-4E2B-879D-607CF4C9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91D9CD-B5C9-CD83-9846-BA3DEEDF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713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DE2034-A7BF-1EB5-690E-2D3F46C6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DC5132-45EE-93F9-5F35-0C625ADCB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6C2BCB-87B9-FA72-26EF-20848668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E1F213-838E-0725-6CED-0A7EB25E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A2CF3C-0B52-DBA8-446B-462B186A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165230-1512-B8B6-4AE9-06759B94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76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F8535-AFFB-73D0-A669-55ECB9BB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1EF484-41C7-A16B-A411-D49D9B41C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08AAD6-05C3-E549-2F76-56E6B86D4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345C6E-FC8F-AB67-1AF8-21DF7918B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F3DA3C-84E2-B452-292D-AC6968050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4A50A34-0DE2-8CC9-1CBB-CA0E388A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60D1E1-2893-5466-FFE8-BFA2DDC3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1B1ED5-7554-B730-9E29-6747E56F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468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80AD0-EB79-DF99-76AA-F62C709F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FE771A-A584-7AA1-ECA7-2F8A099B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1C7FD0-F9E0-22FB-6EB0-DB8E8EE9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F43400-80F1-BB5A-D407-65A7D29A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85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3C1475-4640-F625-03B6-213E9560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FD7A37-D96E-112E-A53F-62366914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B52772-EBA0-2115-28AF-BF29A5B6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07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CA271-1414-E539-4055-F5D3AEDA2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0C279F-8B95-1D61-DC51-1F54CBA7E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824D04-4203-DB39-252E-94F3A4E2E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4310C4-6319-9BBD-C901-96313A17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D13F02-43AE-F363-7331-EF3883CC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C7E95C-825B-6D81-EFCA-D357F2B9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94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CB1FF-B9EB-9BFE-4E7C-8ECE9B9F9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E9D2C0-10CE-2EA4-76DF-E0515A8ED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13FB4F-55FB-0060-88BA-F210EAC6E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D85955-34B0-A8CA-67EF-43E2D3FE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6B0FE1-6229-0190-2DC8-9022A765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3ABC85-46F3-0CBF-4467-23EF62FF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73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8F04EA-8921-E5A1-FF8B-58C645E0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A2BB34-8A40-7D8B-0279-662E3F027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FAB3EE-129C-A40B-0B17-7B1300A2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39AD7F-B2D9-CA2D-3983-D89856A8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DF8B5A-33B2-79F4-6846-5201FE40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69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E32764-DE60-C6B0-7BF8-902076C8C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C5A3F1-77F0-D43E-BB21-63537EAF1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EC8738-522A-53FF-42BC-20B3B4D4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061569-EDDE-AF80-EB81-6BB74D95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D17DA9-09B5-B8A0-96F5-6ADFACC4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560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C6E85F-DC1D-BABD-31F5-B0353823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2C428E-780C-9362-B55A-D43DFB447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9EC1CF-0538-9140-FE2B-7D224718F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214DE-BF3E-499E-93FE-BA3E45BD83E4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8341FB-1740-8F18-02C1-E89F96C52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6F615A-CE60-89B9-6329-6CFB42C4F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519F3-4ADE-470B-85A8-4C2B012A9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70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D0823F-D1F1-F284-2F91-E96C215A19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ランダウアーの忘却炉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19D8FB-1F3B-3184-70BC-358F08FA1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チーム</a:t>
            </a:r>
            <a:r>
              <a:rPr kumimoji="1" lang="en-US" altLang="ja-JP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9 O(N)</a:t>
            </a:r>
            <a:endPara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7482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FC455-54C8-DB5D-E161-FB876A7F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問題提起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322F7-ADE1-9250-D807-55308DA6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68256" cy="4351338"/>
          </a:xfrm>
        </p:spPr>
        <p:txBody>
          <a:bodyPr>
            <a:normAutofit/>
          </a:bodyPr>
          <a:lstStyle/>
          <a:p>
            <a:r>
              <a:rPr kumimoji="1" lang="en-US" altLang="ja-JP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量子力学は、理論完成後も解釈で100年論争が続いた</a:t>
            </a:r>
            <a:r>
              <a:rPr kumimoji="1"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endParaRPr kumimoji="1"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AIは電力を大量に使い、幸福は言葉にすると誰の話でもなくなる</a:t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t/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t/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共通する原因は何か…?</a:t>
            </a:r>
            <a:r>
              <a:rPr lang="en-US" altLang="ja-JP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</a:p>
          <a:p>
            <a:r>
              <a:t/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t/>
            </a:r>
            <a:endParaRPr kumimoji="1" lang="ja-JP" altLang="en-US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355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850A-4141-B286-AD85-28B2B541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23CBA5-6132-0A62-D3BA-708F5126C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217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人間</a:t>
            </a:r>
            <a:r>
              <a:rPr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を</a:t>
            </a:r>
            <a:r>
              <a:rPr lang="ja-JP" altLang="en-US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排除</a:t>
            </a:r>
            <a:r>
              <a:rPr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したのは、機械ではなく</a:t>
            </a:r>
            <a:r>
              <a:rPr lang="ja-JP" altLang="en-US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言語</a:t>
            </a:r>
            <a:r>
              <a:rPr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だったのでは？？</a:t>
            </a:r>
            <a:br>
              <a:rPr lang="en-US" altLang="ja-JP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9EE32E-08A1-C02B-4058-2206ECBAFA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807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A6B1-8F13-9D61-5AC6-A863B20C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74650-5AD6-0068-8CE7-59F64A88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未来予想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EA76C2-DEF1-C31D-1667-6369B448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668256" cy="4486275"/>
          </a:xfrm>
        </p:spPr>
        <p:txBody>
          <a:bodyPr>
            <a:normAutofit/>
          </a:bodyPr>
          <a:lstStyle/>
          <a:p>
            <a:r>
              <a:rPr lang="en-US" altLang="ja-JP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AIの消費電力を抑えるにはコンテキストの共有が要る</a:t>
            </a:r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より多くのコンテキストを伝えるために電脳化が進む</a:t>
            </a:r>
            <a:r>
              <a:rPr lang="ja-JP" altLang="en-US" sz="32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↓</a:t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言語化よりも直感、構造的なものよりも非構造的なものへ</a:t>
            </a:r>
            <a:r>
              <a:rPr lang="ja-JP" altLang="en-US" sz="32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r>
              <a:rPr lang="ja-JP" altLang="en-US" sz="32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r>
              <a:rPr lang="ja-JP" altLang="en-US" sz="32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endParaRPr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693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C077-F642-EFF5-6749-2A4653DB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D1A6-7B12-D29E-2184-0157A28F7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2171"/>
            <a:ext cx="9144000" cy="2387600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プロダクト説明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66F9D5-0262-71D8-312D-92FFEAB54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2430"/>
            <a:ext cx="9144000" cy="1655762"/>
          </a:xfrm>
        </p:spPr>
        <p:txBody>
          <a:bodyPr/>
          <a:lstStyle/>
          <a:p>
            <a:r>
              <a:rPr kumimoji="1" lang="ja-JP" altLang="en-US" dirty="0"/>
              <a:t>シミュレーション後，視聴覚演出の時に暗転</a:t>
            </a:r>
          </a:p>
        </p:txBody>
      </p:sp>
    </p:spTree>
    <p:extLst>
      <p:ext uri="{BB962C8B-B14F-4D97-AF65-F5344CB8AC3E}">
        <p14:creationId xmlns:p14="http://schemas.microsoft.com/office/powerpoint/2010/main" val="422024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A6AF-F5EA-E9FB-3277-612544FC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DD42F-D8E5-B4D3-D6F6-9D4BC7766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2171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Quantum Nature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7CAA89-E380-2BFB-D8FA-CC1EF2D3C1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807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CD6E-6337-A484-D7C7-FC3E5B2B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C4AAD-B46E-9D38-31A8-1086594E8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2171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批判と人間の復活</a:t>
            </a:r>
            <a:r>
              <a:rPr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/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C7571A-B174-9EC5-A97F-3119C9E9F7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言語化は幸福を一般化し、当事者を排除する</a:t>
            </a:r>
            <a:endParaRPr kumimoji="1" lang="ja-JP" altLang="en-US" dirty="0"/>
          </a:p>
          <a:p>
            <a:r>
              <a:t>我々は、幸福を語らず、熱として届ける</a:t>
            </a:r>
            <a:endParaRPr kumimoji="1" lang="ja-JP" altLang="en-US" dirty="0"/>
          </a:p>
          <a:p>
            <a:r>
              <a:t>一般化された「人」から、名前のある一人が熱を受け取る場所へ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602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125</Words>
  <Application>Microsoft Office PowerPoint</Application>
  <PresentationFormat>ワイド画面</PresentationFormat>
  <Paragraphs>18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BIZ UDP明朝 Medium</vt:lpstr>
      <vt:lpstr>游ゴシック</vt:lpstr>
      <vt:lpstr>游ゴシック Light</vt:lpstr>
      <vt:lpstr>Arial</vt:lpstr>
      <vt:lpstr>Office テーマ</vt:lpstr>
      <vt:lpstr>ランダウアーの忘却炉</vt:lpstr>
      <vt:lpstr>問題提起</vt:lpstr>
      <vt:lpstr>人間を排除したことが問題なのでは？？ </vt:lpstr>
      <vt:lpstr>未来予想</vt:lpstr>
      <vt:lpstr>プロダクト説明</vt:lpstr>
      <vt:lpstr>Quantum Nature</vt:lpstr>
      <vt:lpstr>AI批判と量子的考え方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TAKADA Riku</dc:creator>
  <cp:lastModifiedBy>TAKADA Riku</cp:lastModifiedBy>
  <cp:revision>5</cp:revision>
  <dcterms:created xsi:type="dcterms:W3CDTF">2026-09-12T06:16:23Z</dcterms:created>
  <dcterms:modified xsi:type="dcterms:W3CDTF">2026-09-12T13:48:43Z</dcterms:modified>
</cp:coreProperties>
</file>